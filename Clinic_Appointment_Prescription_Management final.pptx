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1" r:id="rId12"/>
    <p:sldId id="272" r:id="rId13"/>
    <p:sldId id="273" r:id="rId14"/>
    <p:sldId id="274" r:id="rId15"/>
    <p:sldId id="275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30T05:47:36.211"/>
    <p1510:client id="{BD7EDC3E-7FDC-4732-A5F3-3DFDED91CC49}" v="61" dt="2026-09-30T06:12:27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vi Sudhakar" userId="58b46c8991df4f1c" providerId="LiveId" clId="{B01ECACF-F19F-4CDA-BC3F-E0D5C7E15958}"/>
    <pc:docChg chg="custSel addSld delSld modSld">
      <pc:chgData name="Survi Sudhakar" userId="58b46c8991df4f1c" providerId="LiveId" clId="{B01ECACF-F19F-4CDA-BC3F-E0D5C7E15958}" dt="2026-09-30T13:56:55.688" v="147" actId="2696"/>
      <pc:docMkLst>
        <pc:docMk/>
      </pc:docMkLst>
      <pc:sldChg chg="modSp mod">
        <pc:chgData name="Survi Sudhakar" userId="58b46c8991df4f1c" providerId="LiveId" clId="{B01ECACF-F19F-4CDA-BC3F-E0D5C7E15958}" dt="2026-09-30T13:55:20.616" v="130" actId="20577"/>
        <pc:sldMkLst>
          <pc:docMk/>
          <pc:sldMk cId="0" sldId="264"/>
        </pc:sldMkLst>
        <pc:spChg chg="mod">
          <ac:chgData name="Survi Sudhakar" userId="58b46c8991df4f1c" providerId="LiveId" clId="{B01ECACF-F19F-4CDA-BC3F-E0D5C7E15958}" dt="2026-09-30T13:55:20.616" v="130" actId="20577"/>
          <ac:spMkLst>
            <pc:docMk/>
            <pc:sldMk cId="0" sldId="264"/>
            <ac:spMk id="6" creationId="{00000000-0000-0000-0000-000000000000}"/>
          </ac:spMkLst>
        </pc:spChg>
      </pc:sldChg>
      <pc:sldChg chg="addSp delSp modSp mod">
        <pc:chgData name="Survi Sudhakar" userId="58b46c8991df4f1c" providerId="LiveId" clId="{B01ECACF-F19F-4CDA-BC3F-E0D5C7E15958}" dt="2026-09-30T13:56:33.959" v="146" actId="20577"/>
        <pc:sldMkLst>
          <pc:docMk/>
          <pc:sldMk cId="0" sldId="265"/>
        </pc:sldMkLst>
        <pc:spChg chg="mod">
          <ac:chgData name="Survi Sudhakar" userId="58b46c8991df4f1c" providerId="LiveId" clId="{B01ECACF-F19F-4CDA-BC3F-E0D5C7E15958}" dt="2026-09-30T13:56:33.959" v="146" actId="20577"/>
          <ac:spMkLst>
            <pc:docMk/>
            <pc:sldMk cId="0" sldId="265"/>
            <ac:spMk id="6" creationId="{00000000-0000-0000-0000-000000000000}"/>
          </ac:spMkLst>
        </pc:spChg>
        <pc:picChg chg="add del mod">
          <ac:chgData name="Survi Sudhakar" userId="58b46c8991df4f1c" providerId="LiveId" clId="{B01ECACF-F19F-4CDA-BC3F-E0D5C7E15958}" dt="2026-09-30T13:56:02.173" v="132" actId="478"/>
          <ac:picMkLst>
            <pc:docMk/>
            <pc:sldMk cId="0" sldId="265"/>
            <ac:picMk id="8" creationId="{4640672A-0D74-49BA-606F-33BB3514EC79}"/>
          </ac:picMkLst>
        </pc:picChg>
        <pc:picChg chg="add mod">
          <ac:chgData name="Survi Sudhakar" userId="58b46c8991df4f1c" providerId="LiveId" clId="{B01ECACF-F19F-4CDA-BC3F-E0D5C7E15958}" dt="2026-09-30T13:56:25.068" v="136" actId="1076"/>
          <ac:picMkLst>
            <pc:docMk/>
            <pc:sldMk cId="0" sldId="265"/>
            <ac:picMk id="10" creationId="{5FB4DD9A-83B7-DF75-454A-10C54DA434CE}"/>
          </ac:picMkLst>
        </pc:picChg>
      </pc:sldChg>
      <pc:sldChg chg="addSp modSp mod">
        <pc:chgData name="Survi Sudhakar" userId="58b46c8991df4f1c" providerId="LiveId" clId="{B01ECACF-F19F-4CDA-BC3F-E0D5C7E15958}" dt="2026-09-30T05:59:10.115" v="18" actId="1076"/>
        <pc:sldMkLst>
          <pc:docMk/>
          <pc:sldMk cId="2995079847" sldId="269"/>
        </pc:sldMkLst>
        <pc:picChg chg="add mod modCrop">
          <ac:chgData name="Survi Sudhakar" userId="58b46c8991df4f1c" providerId="LiveId" clId="{B01ECACF-F19F-4CDA-BC3F-E0D5C7E15958}" dt="2026-09-30T05:58:20.928" v="13" actId="1076"/>
          <ac:picMkLst>
            <pc:docMk/>
            <pc:sldMk cId="2995079847" sldId="269"/>
            <ac:picMk id="3" creationId="{9EDCB132-23FF-58E6-0572-122394DDF4C8}"/>
          </ac:picMkLst>
        </pc:picChg>
        <pc:picChg chg="add mod modCrop">
          <ac:chgData name="Survi Sudhakar" userId="58b46c8991df4f1c" providerId="LiveId" clId="{B01ECACF-F19F-4CDA-BC3F-E0D5C7E15958}" dt="2026-09-30T05:59:10.115" v="18" actId="1076"/>
          <ac:picMkLst>
            <pc:docMk/>
            <pc:sldMk cId="2995079847" sldId="269"/>
            <ac:picMk id="5" creationId="{46706FAE-877E-9951-E4E7-A6751CFCC82A}"/>
          </ac:picMkLst>
        </pc:picChg>
      </pc:sldChg>
      <pc:sldChg chg="del">
        <pc:chgData name="Survi Sudhakar" userId="58b46c8991df4f1c" providerId="LiveId" clId="{B01ECACF-F19F-4CDA-BC3F-E0D5C7E15958}" dt="2026-09-30T13:56:55.688" v="147" actId="2696"/>
        <pc:sldMkLst>
          <pc:docMk/>
          <pc:sldMk cId="1192577964" sldId="270"/>
        </pc:sldMkLst>
      </pc:sldChg>
      <pc:sldChg chg="addSp delSp modSp mod">
        <pc:chgData name="Survi Sudhakar" userId="58b46c8991df4f1c" providerId="LiveId" clId="{B01ECACF-F19F-4CDA-BC3F-E0D5C7E15958}" dt="2026-09-30T06:01:24.919" v="32" actId="1076"/>
        <pc:sldMkLst>
          <pc:docMk/>
          <pc:sldMk cId="2927570178" sldId="271"/>
        </pc:sldMkLst>
        <pc:picChg chg="del">
          <ac:chgData name="Survi Sudhakar" userId="58b46c8991df4f1c" providerId="LiveId" clId="{B01ECACF-F19F-4CDA-BC3F-E0D5C7E15958}" dt="2026-09-30T05:59:17.245" v="19" actId="478"/>
          <ac:picMkLst>
            <pc:docMk/>
            <pc:sldMk cId="2927570178" sldId="271"/>
            <ac:picMk id="2" creationId="{703B002B-4068-1C1A-B84C-14F0FF50063C}"/>
          </ac:picMkLst>
        </pc:picChg>
        <pc:picChg chg="add mod modCrop">
          <ac:chgData name="Survi Sudhakar" userId="58b46c8991df4f1c" providerId="LiveId" clId="{B01ECACF-F19F-4CDA-BC3F-E0D5C7E15958}" dt="2026-09-30T06:01:23.389" v="31" actId="1076"/>
          <ac:picMkLst>
            <pc:docMk/>
            <pc:sldMk cId="2927570178" sldId="271"/>
            <ac:picMk id="4" creationId="{955387AE-1A87-D523-BB39-4F2BCAA06416}"/>
          </ac:picMkLst>
        </pc:picChg>
        <pc:picChg chg="add mod modCrop">
          <ac:chgData name="Survi Sudhakar" userId="58b46c8991df4f1c" providerId="LiveId" clId="{B01ECACF-F19F-4CDA-BC3F-E0D5C7E15958}" dt="2026-09-30T06:01:24.919" v="32" actId="1076"/>
          <ac:picMkLst>
            <pc:docMk/>
            <pc:sldMk cId="2927570178" sldId="271"/>
            <ac:picMk id="6" creationId="{29566011-B5F8-3A12-411B-900E8D311CBC}"/>
          </ac:picMkLst>
        </pc:picChg>
      </pc:sldChg>
      <pc:sldChg chg="addSp modSp new mod">
        <pc:chgData name="Survi Sudhakar" userId="58b46c8991df4f1c" providerId="LiveId" clId="{B01ECACF-F19F-4CDA-BC3F-E0D5C7E15958}" dt="2026-09-30T13:54:48.804" v="127" actId="1076"/>
        <pc:sldMkLst>
          <pc:docMk/>
          <pc:sldMk cId="286064218" sldId="272"/>
        </pc:sldMkLst>
        <pc:picChg chg="add mod modCrop">
          <ac:chgData name="Survi Sudhakar" userId="58b46c8991df4f1c" providerId="LiveId" clId="{B01ECACF-F19F-4CDA-BC3F-E0D5C7E15958}" dt="2026-09-30T13:54:48.804" v="127" actId="1076"/>
          <ac:picMkLst>
            <pc:docMk/>
            <pc:sldMk cId="286064218" sldId="272"/>
            <ac:picMk id="3" creationId="{2F277956-DC65-F31E-A876-3BEEEE7C75AD}"/>
          </ac:picMkLst>
        </pc:picChg>
        <pc:picChg chg="add mod modCrop">
          <ac:chgData name="Survi Sudhakar" userId="58b46c8991df4f1c" providerId="LiveId" clId="{B01ECACF-F19F-4CDA-BC3F-E0D5C7E15958}" dt="2026-09-30T13:54:43.910" v="125" actId="1076"/>
          <ac:picMkLst>
            <pc:docMk/>
            <pc:sldMk cId="286064218" sldId="272"/>
            <ac:picMk id="5" creationId="{CD72B33F-3AE2-8927-7F18-23FA6F529DBD}"/>
          </ac:picMkLst>
        </pc:picChg>
      </pc:sldChg>
      <pc:sldChg chg="addSp modSp new mod">
        <pc:chgData name="Survi Sudhakar" userId="58b46c8991df4f1c" providerId="LiveId" clId="{B01ECACF-F19F-4CDA-BC3F-E0D5C7E15958}" dt="2026-09-30T13:54:06.224" v="116" actId="14100"/>
        <pc:sldMkLst>
          <pc:docMk/>
          <pc:sldMk cId="684432303" sldId="273"/>
        </pc:sldMkLst>
        <pc:picChg chg="add mod modCrop">
          <ac:chgData name="Survi Sudhakar" userId="58b46c8991df4f1c" providerId="LiveId" clId="{B01ECACF-F19F-4CDA-BC3F-E0D5C7E15958}" dt="2026-09-30T13:53:51.068" v="112" actId="1076"/>
          <ac:picMkLst>
            <pc:docMk/>
            <pc:sldMk cId="684432303" sldId="273"/>
            <ac:picMk id="3" creationId="{A40D7FF1-0D1B-F138-D4B3-3814CB255312}"/>
          </ac:picMkLst>
        </pc:picChg>
        <pc:picChg chg="add mod modCrop">
          <ac:chgData name="Survi Sudhakar" userId="58b46c8991df4f1c" providerId="LiveId" clId="{B01ECACF-F19F-4CDA-BC3F-E0D5C7E15958}" dt="2026-09-30T13:54:06.224" v="116" actId="14100"/>
          <ac:picMkLst>
            <pc:docMk/>
            <pc:sldMk cId="684432303" sldId="273"/>
            <ac:picMk id="5" creationId="{AFFCC037-8BCB-EA3A-2806-CB1C5AE20E2F}"/>
          </ac:picMkLst>
        </pc:picChg>
      </pc:sldChg>
      <pc:sldChg chg="addSp modSp new mod">
        <pc:chgData name="Survi Sudhakar" userId="58b46c8991df4f1c" providerId="LiveId" clId="{B01ECACF-F19F-4CDA-BC3F-E0D5C7E15958}" dt="2026-09-30T13:53:42.986" v="110" actId="14100"/>
        <pc:sldMkLst>
          <pc:docMk/>
          <pc:sldMk cId="2656320471" sldId="274"/>
        </pc:sldMkLst>
        <pc:picChg chg="add mod modCrop">
          <ac:chgData name="Survi Sudhakar" userId="58b46c8991df4f1c" providerId="LiveId" clId="{B01ECACF-F19F-4CDA-BC3F-E0D5C7E15958}" dt="2026-09-30T13:53:37.013" v="108" actId="1076"/>
          <ac:picMkLst>
            <pc:docMk/>
            <pc:sldMk cId="2656320471" sldId="274"/>
            <ac:picMk id="3" creationId="{08CB9F35-92F4-F4C3-29EF-A05A73C1F026}"/>
          </ac:picMkLst>
        </pc:picChg>
        <pc:picChg chg="add mod modCrop">
          <ac:chgData name="Survi Sudhakar" userId="58b46c8991df4f1c" providerId="LiveId" clId="{B01ECACF-F19F-4CDA-BC3F-E0D5C7E15958}" dt="2026-09-30T13:53:42.986" v="110" actId="14100"/>
          <ac:picMkLst>
            <pc:docMk/>
            <pc:sldMk cId="2656320471" sldId="274"/>
            <ac:picMk id="5" creationId="{E97527C0-73BA-884C-6CCE-0D3D3677805D}"/>
          </ac:picMkLst>
        </pc:picChg>
      </pc:sldChg>
      <pc:sldChg chg="addSp modSp new mod">
        <pc:chgData name="Survi Sudhakar" userId="58b46c8991df4f1c" providerId="LiveId" clId="{B01ECACF-F19F-4CDA-BC3F-E0D5C7E15958}" dt="2026-09-30T13:53:26.418" v="106" actId="1076"/>
        <pc:sldMkLst>
          <pc:docMk/>
          <pc:sldMk cId="851020684" sldId="275"/>
        </pc:sldMkLst>
        <pc:picChg chg="add mod modCrop">
          <ac:chgData name="Survi Sudhakar" userId="58b46c8991df4f1c" providerId="LiveId" clId="{B01ECACF-F19F-4CDA-BC3F-E0D5C7E15958}" dt="2026-09-30T13:53:23.966" v="105" actId="1076"/>
          <ac:picMkLst>
            <pc:docMk/>
            <pc:sldMk cId="851020684" sldId="275"/>
            <ac:picMk id="3" creationId="{7DBDE9D6-3D91-5271-1B4E-50F7CDCFB537}"/>
          </ac:picMkLst>
        </pc:picChg>
        <pc:picChg chg="add mod modCrop">
          <ac:chgData name="Survi Sudhakar" userId="58b46c8991df4f1c" providerId="LiveId" clId="{B01ECACF-F19F-4CDA-BC3F-E0D5C7E15958}" dt="2026-09-30T13:53:26.418" v="106" actId="1076"/>
          <ac:picMkLst>
            <pc:docMk/>
            <pc:sldMk cId="851020684" sldId="275"/>
            <ac:picMk id="5" creationId="{3C368DFA-066C-75B4-0290-85A22E783FAA}"/>
          </ac:picMkLst>
        </pc:picChg>
      </pc:sldChg>
    </pc:docChg>
  </pc:docChgLst>
  <pc:docChgLst>
    <pc:chgData name="Guest User" providerId="Windows Live" clId="Web-{00000000-0000-0000-0000-000000000000}"/>
    <pc:docChg chg="addSld modSld">
      <pc:chgData name="Guest User" userId="" providerId="Windows Live" clId="Web-{00000000-0000-0000-0000-000000000000}" dt="2026-09-30T05:47:36.211" v="1"/>
      <pc:docMkLst>
        <pc:docMk/>
      </pc:docMkLst>
      <pc:sldChg chg="addSp modSp new">
        <pc:chgData name="Guest User" userId="" providerId="Windows Live" clId="Web-{00000000-0000-0000-0000-000000000000}" dt="2026-09-30T05:47:36.211" v="1"/>
        <pc:sldMkLst>
          <pc:docMk/>
          <pc:sldMk cId="2927570178" sldId="271"/>
        </pc:sldMkLst>
        <pc:picChg chg="add mod">
          <ac:chgData name="Guest User" userId="" providerId="Windows Live" clId="Web-{00000000-0000-0000-0000-000000000000}" dt="2026-09-30T05:47:36.211" v="1"/>
          <ac:picMkLst>
            <pc:docMk/>
            <pc:sldMk cId="2927570178" sldId="271"/>
            <ac:picMk id="2" creationId="{703B002B-4068-1C1A-B84C-14F0FF5006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CLINIC APPOINTMENT</a:t>
            </a:r>
            <a:br/>
            <a:r>
              <a:t>&amp; PRESCRIPTION MANAGEMENT SYSTEM</a:t>
            </a:r>
          </a:p>
          <a:p>
            <a:pPr>
              <a:defRPr sz="2000">
                <a:solidFill>
                  <a:srgbClr val="BEDCDC"/>
                </a:solidFill>
              </a:defRPr>
            </a:pPr>
            <a:r>
              <a:t>Java-Based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964" y="5247962"/>
            <a:ext cx="4328933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Student Names: </a:t>
            </a:r>
            <a:r>
              <a:rPr lang="en-IN" dirty="0"/>
              <a:t>Keerthi </a:t>
            </a:r>
            <a:r>
              <a:rPr lang="en-IN" dirty="0" err="1"/>
              <a:t>sri</a:t>
            </a:r>
            <a:r>
              <a:rPr lang="en-IN" dirty="0"/>
              <a:t>  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                              </a:t>
            </a:r>
            <a:r>
              <a:rPr lang="en-IN" dirty="0" err="1"/>
              <a:t>Nishita.S</a:t>
            </a:r>
            <a:endParaRPr dirty="0"/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Roll Numbers: </a:t>
            </a:r>
            <a:r>
              <a:rPr lang="en-IN" dirty="0"/>
              <a:t>   Keerthi- 2620030621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                             Nishita- 2620030581</a:t>
            </a:r>
            <a:endParaRPr dirty="0"/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Faculty Guide:</a:t>
            </a:r>
            <a:r>
              <a:rPr lang="en-IN" dirty="0"/>
              <a:t> </a:t>
            </a:r>
            <a:r>
              <a:rPr lang="en-IN" dirty="0" err="1"/>
              <a:t>V.Gopi</a:t>
            </a:r>
            <a:r>
              <a:rPr lang="en-IN" dirty="0"/>
              <a:t> Krishna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Clinic Appointment and Prescription Management System is a simple Java application.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It helps a clinic manage patient details, doctor details, appointments and prescriptions.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The system reduces repeated manual work and keeps information organized.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Built using beginner-friendly Java concepts such as classes, objects, ArrayList, Scanner, methods and control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Manual clinic records can be difficult to maintain and update.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Appointment details may be written in registers or handled separately.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Prescription information can be difficult to find later.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There is a need for one simple system to organize basic clinic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Register and store patient details.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Display available doctors and their specializations.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Book and view patient appointments.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Add and view prescriptions.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Validate patient and doctor IDs before creating records.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Provide a simple menu-driven Java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4. 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Patient details are often recorded manually.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Appointments may be managed using paper registers or separate notes.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Prescriptions may be stored on paper.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Searching and updating records takes more effort.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Data is not managed through one simple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5.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Use one Java application for basic clinic management.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Patient, doctor, appointment and prescription information is handled through separate classes.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Menu-driven options make the system easy to use.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Input validation prevents appointments or prescriptions for unknown IDs.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Records are stored during program execution using ArrayList.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6.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User / Receptionist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Java Console Interface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Patient Module  |  Doctor Module  |  Appointment Module  |  Prescription Module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ArrayList-based Data Storage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endParaRPr/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Note: This academic version stores data in memory while the program is running.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7. Functionalities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Patient Registration — enter name, age and phone number.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Doctor Management — view doctor ID, name and specialization.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Appointment Booking — select patient, doctor, date and time.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Appointment Viewing — display saved appointment records.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Prescription Management — add medicine and dosage for a patient.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Prescription Viewing — display saved prescription records.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t>Exit — safely close the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8. Implementation – Java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/>
              <a:t>Main class: </a:t>
            </a:r>
            <a:r>
              <a:rPr dirty="0" err="1"/>
              <a:t>ClinicManagementSystem</a:t>
            </a:r>
            <a:endParaRPr dirty="0"/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/>
              <a:t>Patient, Doctor, Appointment and Prescription classes store related data.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/>
              <a:t>Scanner is used for keyboard input.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 err="1"/>
              <a:t>ArrayList</a:t>
            </a:r>
            <a:r>
              <a:rPr dirty="0"/>
              <a:t> stores records during execution.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/>
              <a:t>switch-case controls the main menu.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dirty="0"/>
              <a:t>Methods divide the program into simple tasks.</a:t>
            </a:r>
          </a:p>
          <a:p>
            <a:pPr>
              <a:spcAft>
                <a:spcPts val="1400"/>
              </a:spcAft>
              <a:defRPr sz="1900">
                <a:solidFill>
                  <a:srgbClr val="142337"/>
                </a:solidFill>
                <a:latin typeface="Aptos"/>
              </a:defRPr>
            </a:pPr>
            <a:r>
              <a:rPr lang="en-IN" dirty="0"/>
              <a:t>--ss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CB132-23FF-58E6-0572-122394DDF4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43" t="3544" r="33450" b="19157"/>
          <a:stretch>
            <a:fillRect/>
          </a:stretch>
        </p:blipFill>
        <p:spPr>
          <a:xfrm>
            <a:off x="266219" y="778397"/>
            <a:ext cx="5926238" cy="53012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06FAE-877E-9951-E4E7-A6751CFCC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98" t="4894" r="38576" b="17806"/>
          <a:stretch>
            <a:fillRect/>
          </a:stretch>
        </p:blipFill>
        <p:spPr>
          <a:xfrm>
            <a:off x="6481822" y="778396"/>
            <a:ext cx="5197033" cy="530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79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5387AE-1A87-D523-BB39-4F2BCAA06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92" t="4556" r="37533" b="17806"/>
          <a:stretch>
            <a:fillRect/>
          </a:stretch>
        </p:blipFill>
        <p:spPr>
          <a:xfrm>
            <a:off x="84882" y="766822"/>
            <a:ext cx="5312780" cy="5324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566011-B5F8-3A12-411B-900E8D311C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82" t="4557" r="29177" b="17806"/>
          <a:stretch>
            <a:fillRect/>
          </a:stretch>
        </p:blipFill>
        <p:spPr>
          <a:xfrm>
            <a:off x="5717892" y="766821"/>
            <a:ext cx="6308203" cy="532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7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277956-DC65-F31E-A876-3BEEEE7C75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43" t="4388" r="46171" b="19662"/>
          <a:stretch>
            <a:fillRect/>
          </a:stretch>
        </p:blipFill>
        <p:spPr>
          <a:xfrm>
            <a:off x="162045" y="121948"/>
            <a:ext cx="5658285" cy="6736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2B33F-3AE2-8927-7F18-23FA6F529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18" t="4220" r="42373" b="17637"/>
          <a:stretch>
            <a:fillRect/>
          </a:stretch>
        </p:blipFill>
        <p:spPr>
          <a:xfrm>
            <a:off x="6021337" y="121948"/>
            <a:ext cx="6008618" cy="673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D7FF1-0D1B-F138-D4B3-3814CB25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92" t="7933" r="37533" b="17300"/>
          <a:stretch>
            <a:fillRect/>
          </a:stretch>
        </p:blipFill>
        <p:spPr>
          <a:xfrm>
            <a:off x="113717" y="372695"/>
            <a:ext cx="6333381" cy="6112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FCC037-8BCB-EA3A-2806-CB1C5AE20E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7" t="6414" r="42469" b="16962"/>
          <a:stretch>
            <a:fillRect/>
          </a:stretch>
        </p:blipFill>
        <p:spPr>
          <a:xfrm>
            <a:off x="6587690" y="372695"/>
            <a:ext cx="5520198" cy="611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32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CB9F35-92F4-F4C3-29EF-A05A73C1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49" t="4726" r="41993" b="17469"/>
          <a:stretch>
            <a:fillRect/>
          </a:stretch>
        </p:blipFill>
        <p:spPr>
          <a:xfrm>
            <a:off x="60507" y="254351"/>
            <a:ext cx="5825926" cy="6349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7527C0-73BA-884C-6CCE-0D3D3677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34" t="3206" r="39050" b="17469"/>
          <a:stretch>
            <a:fillRect/>
          </a:stretch>
        </p:blipFill>
        <p:spPr>
          <a:xfrm>
            <a:off x="5985191" y="254351"/>
            <a:ext cx="6092622" cy="634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20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DE9D6-3D91-5271-1B4E-50F7CDCF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23" t="4556" r="45127" b="17469"/>
          <a:stretch>
            <a:fillRect/>
          </a:stretch>
        </p:blipFill>
        <p:spPr>
          <a:xfrm>
            <a:off x="294556" y="-41091"/>
            <a:ext cx="5783483" cy="6940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368DFA-066C-75B4-0290-85A22E783F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48" t="3882" r="53481" b="35865"/>
          <a:stretch>
            <a:fillRect/>
          </a:stretch>
        </p:blipFill>
        <p:spPr>
          <a:xfrm>
            <a:off x="6250329" y="-1"/>
            <a:ext cx="5801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2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9. Output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437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Recommended screenshots to insert: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Main menu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Patient registration success message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Doctor list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Appointment booked successfully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Prescription added successfully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dirty="0"/>
              <a:t>• View appointments / prescriptions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rPr lang="en-IN" dirty="0"/>
              <a:t>-ss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B4DD9A-83B7-DF75-454A-10C54DA4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49" y="841248"/>
            <a:ext cx="5405691" cy="44503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10.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Connect the application to MySQL or another database.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Add login for receptionist, doctor and administrator.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Add appointment cancellation and rescheduling.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Generate printable or PDF prescriptions.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Add search by patient ID or name.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Create a graphical user interface using Java Swing or JavaFX.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Add automatic appointment reminders.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337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57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BE9B4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The project provides a simple way to manage basic clinic records.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It combines appointments and prescriptions in one Java application.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The project demonstrates classes, objects, ArrayList, methods, loops, if-else and switch-case.</a:t>
            </a:r>
          </a:p>
          <a:p>
            <a:pPr>
              <a:spcAft>
                <a:spcPts val="1400"/>
              </a:spcAft>
              <a:defRPr sz="2100">
                <a:solidFill>
                  <a:srgbClr val="142337"/>
                </a:solidFill>
                <a:latin typeface="Aptos"/>
              </a:defRPr>
            </a:pPr>
            <a:r>
              <a:t>It can be expanded into a database-based clinic management application.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EDCD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617</Words>
  <Application>Microsoft Office PowerPoint</Application>
  <PresentationFormat>Widescreen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Survi Sudhakar</cp:lastModifiedBy>
  <cp:revision>2</cp:revision>
  <dcterms:created xsi:type="dcterms:W3CDTF">2013-01-27T09:14:16Z</dcterms:created>
  <dcterms:modified xsi:type="dcterms:W3CDTF">2026-09-30T13:57:08Z</dcterms:modified>
  <cp:category/>
</cp:coreProperties>
</file>